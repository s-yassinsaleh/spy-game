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7432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8840" y="27432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27432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51960" y="27432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5080" y="27432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27432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200" y="27432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078992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078992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78992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078992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1078992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078992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078992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1078992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1883664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48840" y="1883664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883664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1883664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1883664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883664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1883664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58200" y="1883664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2688336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48840" y="2688336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688336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2688336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2688336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2688336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2688336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58200" y="2688336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3493008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48840" y="3493008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0" y="3493008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1960" y="3493008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3493008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3493008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3493008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58200" y="3493008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7280" y="429768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48840" y="429768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429768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51960" y="429768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03520" y="429768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429768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06640" y="429768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58200" y="4297680"/>
            <a:ext cx="54864" cy="54864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731520"/>
            <a:ext cx="2011680" cy="201168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457200" y="128016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SpyGame</a:t>
            </a:r>
            <a:endParaRPr lang="en-US" sz="5200" dirty="0"/>
          </a:p>
        </p:txBody>
      </p:sp>
      <p:sp>
        <p:nvSpPr>
          <p:cNvPr id="53" name="Shape 50"/>
          <p:cNvSpPr/>
          <p:nvPr/>
        </p:nvSpPr>
        <p:spPr>
          <a:xfrm>
            <a:off x="457200" y="2423160"/>
            <a:ext cx="256032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57200" y="2578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Multiplayer Terminal-Based Social Deduction Game</a:t>
            </a:r>
            <a:endParaRPr lang="en-US" sz="1700" dirty="0"/>
          </a:p>
        </p:txBody>
      </p:sp>
      <p:sp>
        <p:nvSpPr>
          <p:cNvPr id="55" name="Text 52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 Shaban  ·  Kareem Mohamed  ·  Yassin Mohamed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457200" y="3913632"/>
            <a:ext cx="1371600" cy="292608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7200" y="3913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 |  OOP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SpyGame is a C++ terminal game where players are secretly assigned roles — Spy or Civilian — and must deduce each other's identity through clues and voting.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4300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word is shared with Civilians. Spies receive no word and must blend in. After discussion, players vote to eliminate the suspected spy.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14300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Civilians win by correctly identifying and eliminating all spies. Spies win by surviving elimination or correctly guessing the secret word.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697480" cy="6400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34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1795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618488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 with password hashing and XOR encryption stored in persistent files.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10515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54680" y="1051560"/>
            <a:ext cx="2697480" cy="64008"/>
          </a:xfrm>
          <a:prstGeom prst="rect">
            <a:avLst/>
          </a:prstGeom>
          <a:solidFill>
            <a:srgbClr val="1A1F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344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11795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264408" y="1618488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spy selection with configurable spy count. Each player privately receives their role and word.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05156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35040" y="1051560"/>
            <a:ext cx="2697480" cy="64008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2344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11795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System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44768" y="1618488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Democratic round-based voting to eliminate suspects. Majority rules; ties handled automatically.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971800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15468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30998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Scoring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84048" y="3538728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point awards for correctly identifying spies or surviving as a spy. Leaderboard per session.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5468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54680" y="2971800"/>
            <a:ext cx="2697480" cy="64008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315468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85032" y="30998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Results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64408" y="3538728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outcomes saved to results.txt with timestamps, roles, scores, and secret word.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971800"/>
            <a:ext cx="2697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35040" y="2971800"/>
            <a:ext cx="2697480" cy="64008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15468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65392" y="30998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UI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44768" y="3538728"/>
            <a:ext cx="24871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CLI interface with colour-coded panels, menus, rosters, and hero screens.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1051560"/>
            <a:ext cx="182880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1508760"/>
            <a:ext cx="-914400" cy="41148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0" y="1508760"/>
            <a:ext cx="914400" cy="41148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103120" y="1920240"/>
            <a:ext cx="18288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920240"/>
            <a:ext cx="18288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2377440"/>
            <a:ext cx="-457200" cy="41148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303520" y="2377440"/>
            <a:ext cx="-2377440" cy="41148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126480" y="2377440"/>
            <a:ext cx="-640080" cy="41148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92240" y="2377440"/>
            <a:ext cx="640080" cy="41148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63040" y="2788920"/>
            <a:ext cx="17373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788920"/>
            <a:ext cx="17373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2788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WordBank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2788920"/>
            <a:ext cx="18288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2064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VoteManager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0" y="2788920"/>
            <a:ext cx="19202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ResultsManager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377440"/>
            <a:ext cx="-4480560" cy="128016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126480" y="2377440"/>
            <a:ext cx="-2651760" cy="1280160"/>
          </a:xfrm>
          <a:prstGeom prst="line">
            <a:avLst/>
          </a:prstGeom>
          <a:noFill/>
          <a:ln w="15240">
            <a:solidFill>
              <a:srgbClr val="CBD5E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31520" y="3657600"/>
            <a:ext cx="1645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3657600"/>
            <a:ext cx="1645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6888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438912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7472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TerminalTheme (shared)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480560"/>
            <a:ext cx="27432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4622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Controllers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27432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6908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Classes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919472"/>
            <a:ext cx="27432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901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Player Layer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Responsibilities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87552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1024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" y="13075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game loop — sets up players, assigns spies, drives rounds, reveals results.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" y="171907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719072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" y="20391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auth menu — login, register, route to Manager portal or start Game.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45059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450592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" y="27706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storage with hashed passwords, XOR encryption, CRUD for user accounts.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1821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182112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" y="35021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player name, role (Spy/Civilian), and elimination state.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91363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913632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WordBank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" y="423367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word list from file; provides a random secret word each game.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98755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987552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837176" y="1024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VoteManager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7176" y="13075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votes, finds majority victim, awards points to correct guessers.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71907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719072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4837176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ResultsManager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7176" y="20391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Serialises game results (word, roles, scores) to results.txt with timestamps.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45059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450592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4837176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37176" y="27706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user input — player names, votes, guesses — via clean prompts.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1821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182112"/>
            <a:ext cx="64008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4837176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TerminalTheme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37176" y="35021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namespace: colour panels, hero screens, menus, rosters, leaderboards.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097280" cy="47548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554480" y="1426464"/>
            <a:ext cx="1828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188720"/>
            <a:ext cx="1097280" cy="47548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1435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Players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34640" y="1426464"/>
            <a:ext cx="1828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188720"/>
            <a:ext cx="1097280" cy="47548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1435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Roles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0" y="1426464"/>
            <a:ext cx="1828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188720"/>
            <a:ext cx="1097280" cy="47548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9768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1435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Word Phase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4960" y="1426464"/>
            <a:ext cx="1828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1188720"/>
            <a:ext cx="1097280" cy="47548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1435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Round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675120" y="1426464"/>
            <a:ext cx="1828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188720"/>
            <a:ext cx="1097280" cy="47548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1435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&amp; Points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955280" y="1426464"/>
            <a:ext cx="1828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1188720"/>
            <a:ext cx="1097280" cy="47548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3816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38160" y="1435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&amp; Save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1920240"/>
            <a:ext cx="1097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5840" y="1664208"/>
            <a:ext cx="0" cy="25603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02920" y="1993392"/>
            <a:ext cx="10058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authenticates the user via Manager.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737360" y="1920240"/>
            <a:ext cx="1097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0" y="1664208"/>
            <a:ext cx="0" cy="25603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783080" y="1993392"/>
            <a:ext cx="10058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player names; choose number of spies.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17520" y="1920240"/>
            <a:ext cx="1097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566160" y="1664208"/>
            <a:ext cx="0" cy="25603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063240" y="1993392"/>
            <a:ext cx="10058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WordBank picks secret word; spies assigned randomly.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97680" y="1920240"/>
            <a:ext cx="1097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1664208"/>
            <a:ext cx="0" cy="25603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4343400" y="1993392"/>
            <a:ext cx="10058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player privately sees their role &amp; word (or nothing if spy).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77840" y="1920240"/>
            <a:ext cx="1097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1664208"/>
            <a:ext cx="0" cy="25603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5623560" y="1993392"/>
            <a:ext cx="10058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vote; VoteManager tallies and eliminates suspect.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58000" y="1920240"/>
            <a:ext cx="1097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06640" y="1664208"/>
            <a:ext cx="0" cy="25603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6903720" y="1993392"/>
            <a:ext cx="10058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guess spies; VoteManager awards points.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138160" y="1920240"/>
            <a:ext cx="10972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686800" y="1664208"/>
            <a:ext cx="0" cy="25603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8183880" y="1993392"/>
            <a:ext cx="10058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Spies revealed; ResultsManager saves outcome to file.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Applied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24128"/>
            <a:ext cx="28346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10241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1600200"/>
            <a:ext cx="25786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owns its data privately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hides password hashing &amp; encryption internals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VoteManager exposes only castVote(), getMajorityVictim()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fields (name, role, eliminated) are private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24128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24128"/>
            <a:ext cx="283464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241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5786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calls setupPlayers(), assignSpies(), handleGuessingAndPoints()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never needs to know implementation details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abstracts all terminal I/O behind clean method names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TerminalTheme namespace abstracts ANSI colour output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024128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024128"/>
            <a:ext cx="283464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10241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1600200"/>
            <a:ext cx="257860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handles authentication; Game handles gameplay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ResultsManager only deals with file I/O for results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WordBank only manages the word list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VoteManager only tracks votes and points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Persistence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7899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005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Security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before storage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XOR-based file encryption with hex encoding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header markers to detect file tampering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plain-text fallback for backward compatibility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Manager-only portal protected by separate credentials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005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983480" y="1627632"/>
            <a:ext cx="374904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20640" y="1682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users.txt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120640" y="19751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encrypted user credentials; auto-created on first run.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83480" y="2679192"/>
            <a:ext cx="374904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0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words.txt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120640" y="302666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bank; each line is a potential secret word for the game.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983480" y="3730752"/>
            <a:ext cx="374904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2064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results.txt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120640" y="40782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each game with timestamp, secret word, roles &amp; scores.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Fatma Shaban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627632"/>
            <a:ext cx="2414016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27632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WordBank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2286000"/>
            <a:ext cx="2414016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28600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VoteManager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944368"/>
            <a:ext cx="2414016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44368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Kareem Mohamed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10712" y="1627632"/>
            <a:ext cx="2414016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627632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10712" y="2286000"/>
            <a:ext cx="2414016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28600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ResultsManager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0712" y="2944368"/>
            <a:ext cx="2414016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2944368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005840"/>
            <a:ext cx="2743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Yassin Mohamed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82512" y="1627632"/>
            <a:ext cx="2414016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1627632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82512" y="2286000"/>
            <a:ext cx="2414016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228600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Shared by All  —  TerminalTheme Class (GUI &amp; Terminal Styling)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042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3192" y="12435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storage without a database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426464"/>
            <a:ext cx="45720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4206240" cy="84124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64008" cy="8412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1042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82312" y="12435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XOR encryption + hex encoding with a structured file header to detect tampering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393192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011680"/>
            <a:ext cx="64008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" y="2048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3192" y="22494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spy assignment without revealing identities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06240" y="2432304"/>
            <a:ext cx="45720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011680"/>
            <a:ext cx="4206240" cy="84124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011680"/>
            <a:ext cx="64008" cy="8412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2048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82312" y="22494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index selection via rand(); players view their role privately with screen-clear between turns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393192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17520"/>
            <a:ext cx="64008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" y="3054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3192" y="32552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ties and invalid inputs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06240" y="3438144"/>
            <a:ext cx="45720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017520"/>
            <a:ext cx="4206240" cy="84124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017520"/>
            <a:ext cx="64008" cy="8412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4782312" y="3054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82312" y="32552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getMajorityVictim() defaults to lowest index on tie; all inputs validated in a loop with error messages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393192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023360"/>
            <a:ext cx="64008" cy="8412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3192" y="426110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results across sessions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06240" y="4443984"/>
            <a:ext cx="45720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023360"/>
            <a:ext cx="4206240" cy="84124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4023360"/>
            <a:ext cx="64008" cy="8412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4782312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82312" y="426110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ResultsManager appends timestamped entries to results.txt using C++ file streams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53312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49424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45536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41648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33872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9984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6096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22208" y="274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53312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9424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45536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33872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6096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22208" y="960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3312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9424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45536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41648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33872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9984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26096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22208" y="16459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53312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9424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45536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41648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33872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9984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26096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22208" y="23317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3312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49424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45536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41648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33872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9984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26096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22208" y="30175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53312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49424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45536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041648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0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33872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29984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26096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22208" y="37033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53312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49424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145536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41648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37760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33872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29984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26096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22208" y="4389120"/>
            <a:ext cx="45720" cy="45720"/>
          </a:xfrm>
          <a:prstGeom prst="ellipse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pic>
        <p:nvPicPr>
          <p:cNvPr id="7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48640"/>
            <a:ext cx="1828800" cy="182880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2468880" y="640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4" name="Shape 71"/>
          <p:cNvSpPr/>
          <p:nvPr/>
        </p:nvSpPr>
        <p:spPr>
          <a:xfrm>
            <a:off x="2468880" y="169164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5" name="Text 72"/>
          <p:cNvSpPr/>
          <p:nvPr/>
        </p:nvSpPr>
        <p:spPr>
          <a:xfrm>
            <a:off x="246888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SpyGame — Multiplayer Terminal Social Deduction in C++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2468880" y="24231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well-structured C++ classes with clear responsibilities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authentication system with encrypted persistence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gameplay loop: role assignment → voting → scoring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terminal UI via the shared TerminalTheme namespace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2468880" y="4480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SpyGame — Project Presentation</dc:title>
  <dc:subject>PptxGenJS Presentation</dc:subject>
  <dc:creator>PptxGenJS</dc:creator>
  <cp:lastModifiedBy>PptxGenJS</cp:lastModifiedBy>
  <cp:revision>1</cp:revision>
  <dcterms:created xsi:type="dcterms:W3CDTF">2026-05-16T09:12:33Z</dcterms:created>
  <dcterms:modified xsi:type="dcterms:W3CDTF">2026-05-16T09:12:33Z</dcterms:modified>
</cp:coreProperties>
</file>